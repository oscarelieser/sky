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355080"/>
            <a:ext cx="10972800" cy="22860"/>
          </a:xfrm>
          <a:prstGeom prst="rect">
            <a:avLst/>
          </a:prstGeom>
          <a:solidFill>
            <a:srgbClr val="28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CFDD"/>
                </a:solidFill>
              </a:defRPr>
            </a:pPr>
            <a:r>
              <a:t>SKY OFFICE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EEF6FF"/>
                </a:solidFill>
              </a:defRPr>
            </a:pPr>
            <a:r>
              <a:t>SKY IA - Ecosistema creativo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8CFDD"/>
                </a:solidFill>
              </a:defRPr>
            </a:pPr>
            <a:r>
              <a:t>Presentación editable · creada con 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355080"/>
            <a:ext cx="10972800" cy="22860"/>
          </a:xfrm>
          <a:prstGeom prst="rect">
            <a:avLst/>
          </a:prstGeom>
          <a:solidFill>
            <a:srgbClr val="28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28CFDD"/>
                </a:solidFill>
              </a:defRPr>
            </a:pPr>
            <a:r>
              <a:t>SKY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Asistente personal y herramientas inteligentes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Comunidad y metaverso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CFDD"/>
                </a:solidFill>
              </a:defRPr>
            </a:pPr>
            <a:r>
              <a:t>SKY IA  •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355080"/>
            <a:ext cx="10972800" cy="22860"/>
          </a:xfrm>
          <a:prstGeom prst="rect">
            <a:avLst/>
          </a:prstGeom>
          <a:solidFill>
            <a:srgbClr val="28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28CFDD"/>
                </a:solidFill>
              </a:defRPr>
            </a:pPr>
            <a:r>
              <a:t>SKY Office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Word, Excel, PowerPoint y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Archivos editables y API privada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CFDD"/>
                </a:solidFill>
              </a:defRPr>
            </a:pPr>
            <a:r>
              <a:t>SKY IA  •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355080"/>
            <a:ext cx="10972800" cy="22860"/>
          </a:xfrm>
          <a:prstGeom prst="rect">
            <a:avLst/>
          </a:prstGeom>
          <a:solidFill>
            <a:srgbClr val="28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28CFDD"/>
                </a:solidFill>
              </a:defRPr>
            </a:pPr>
            <a:r>
              <a:t>Metaverso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Mundos 3D compartidos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Chat en tiempo real y memoria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CFDD"/>
                </a:solidFill>
              </a:defRPr>
            </a:pPr>
            <a:r>
              <a:t>SKY IA  •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355080"/>
            <a:ext cx="10972800" cy="22860"/>
          </a:xfrm>
          <a:prstGeom prst="rect">
            <a:avLst/>
          </a:prstGeom>
          <a:solidFill>
            <a:srgbClr val="28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28CFDD"/>
                </a:solidFill>
              </a:defRPr>
            </a:pPr>
            <a:r>
              <a:t>Próximos desafíos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Experiencias más inmersivas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EF6FF"/>
                </a:solidFill>
              </a:defRPr>
            </a:pPr>
            <a:r>
              <a:t>• Pruebas con usuarios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CFDD"/>
                </a:solidFill>
              </a:defRPr>
            </a:pPr>
            <a:r>
              <a:t>SKY IA  • 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